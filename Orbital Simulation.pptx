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259" r:id="rId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D2EA776-6486-409F-9E42-BD4FCC6A44A1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35DDD2-5AEF-4CE6-93B6-6FB9C678CC40}" type="datetime1">
              <a:rPr lang="pt-BR" smtClean="0"/>
              <a:t>23/02/2025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0DF503-732B-4721-AC20-D30104D5F450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CCB403-0313-4A5E-8E36-77BFB7215ED9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F1835-ADE7-4D9D-BC53-5437D497D352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C27969-B261-4FC0-A695-A95DDDE99FA1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m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Imagem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E1FA99-845B-4C70-A7F6-30DFC6887F18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21B2C5-876A-49CE-ABA3-C1DCCF367A6A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D6572E-AB9B-40B1-9767-99FBEEEC4B22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B8ECB5-1E4B-48B5-BE59-C94C33D986AE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 dirty="0"/>
              <a:t>Clique no ícone para adicionar uma 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8366F3-1C7E-4E4B-910E-50900CEA2133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m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780597-7E4C-49B1-8DFA-506BCE34072C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6DF03D-7AFC-47DF-9591-1326FF7AD073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F37908-64F6-4BF1-AEF9-1375A5CF069B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Caixa de texto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13" name="Caixa de texto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t-br" sz="800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0EB9173-D618-48E2-BAA6-9B20DA9854D6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8" name="Espaço reservado para texto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9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1" name="Espaço reservado para texto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dirty="0"/>
              <a:t>Clique para editar o texto Mestre</a:t>
            </a:r>
          </a:p>
        </p:txBody>
      </p:sp>
      <p:sp>
        <p:nvSpPr>
          <p:cNvPr id="12" name="Espaço reservado para texto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656C95-E4AE-4A94-B561-99A0CE0FFCF1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Image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Imagem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Imagem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ítulo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0" name="Espaço Reservado para Imagem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Espaço reservado para texto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2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3" name="Espaço Reservado para Imagem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Espaço reservado para texto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5" name="Espaço reservado para texto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6" name="Espaço reservado para imagem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Espaço reservado para texto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E37451-1E5D-4C34-A14E-8751AAE8ED71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86FF3C-CA41-4B49-8218-6AF2FC913B34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E96C44-523A-4872-94D5-24CBDA5A9CC6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F9D740CA-AC13-4698-BFA2-D15C37DF415A}" type="datetime1">
              <a:rPr lang="pt-BR" smtClean="0"/>
              <a:t>23/02/2025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222311"/>
            <a:ext cx="9440034" cy="1281549"/>
          </a:xfrm>
        </p:spPr>
        <p:txBody>
          <a:bodyPr rtlCol="0">
            <a:normAutofit/>
          </a:bodyPr>
          <a:lstStyle/>
          <a:p>
            <a:pPr rtl="0"/>
            <a:r>
              <a:rPr lang="pt-br" sz="7200" u="sng" dirty="0"/>
              <a:t>Orbital</a:t>
            </a:r>
            <a:r>
              <a:rPr lang="pt-br" sz="7200" dirty="0"/>
              <a:t> Simulator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054366"/>
            <a:ext cx="9440034" cy="2347540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pt-br" sz="2800" dirty="0" err="1"/>
              <a:t>Name</a:t>
            </a:r>
            <a:r>
              <a:rPr lang="pt-br" sz="2800" dirty="0"/>
              <a:t>: Miguel Pinho</a:t>
            </a:r>
          </a:p>
          <a:p>
            <a:pPr rtl="0"/>
            <a:r>
              <a:rPr lang="pt-BR" sz="2800" dirty="0"/>
              <a:t>GitHub: </a:t>
            </a:r>
            <a:r>
              <a:rPr lang="pt-BR" sz="2800" dirty="0" err="1"/>
              <a:t>miguelpinhop</a:t>
            </a:r>
            <a:endParaRPr lang="pt-BR" sz="2800" dirty="0"/>
          </a:p>
          <a:p>
            <a:pPr rtl="0"/>
            <a:r>
              <a:rPr lang="pt-BR" sz="2800" dirty="0" err="1"/>
              <a:t>edX</a:t>
            </a:r>
            <a:r>
              <a:rPr lang="pt-BR" sz="2800" dirty="0"/>
              <a:t>: </a:t>
            </a:r>
            <a:r>
              <a:rPr lang="pt-BR" sz="2800" dirty="0" err="1"/>
              <a:t>miguelpinho_p</a:t>
            </a:r>
            <a:endParaRPr lang="pt-BR" sz="2800" dirty="0"/>
          </a:p>
          <a:p>
            <a:pPr rtl="0"/>
            <a:r>
              <a:rPr lang="pt-BR" sz="2800" dirty="0"/>
              <a:t>City, country: Rio Grande – RS, </a:t>
            </a:r>
            <a:r>
              <a:rPr lang="pt-BR" sz="2800" dirty="0" err="1"/>
              <a:t>Brazil</a:t>
            </a:r>
            <a:endParaRPr lang="pt-BR" sz="2800" dirty="0"/>
          </a:p>
          <a:p>
            <a:pPr rtl="0"/>
            <a:r>
              <a:rPr lang="pt-BR" sz="2800" dirty="0"/>
              <a:t>Date: 02/23/2025</a:t>
            </a:r>
          </a:p>
          <a:p>
            <a:pPr rtl="0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6_TF12214701" id="{5D565F68-5A4C-4385-9096-18BECD4C5627}" vid="{B4809734-240F-4448-8EC4-45DBE2F02D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{DABC29C9-BD36-4F98-962F-F5AF97E60509}tf12214701_win32</Template>
  <TotalTime>181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Calibri</vt:lpstr>
      <vt:lpstr>Goudy Old Style</vt:lpstr>
      <vt:lpstr>Wingdings 2</vt:lpstr>
      <vt:lpstr>SlateVTI</vt:lpstr>
      <vt:lpstr>Orbital Simulator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Pinho</dc:creator>
  <cp:lastModifiedBy>Miguel Pinho</cp:lastModifiedBy>
  <cp:revision>2</cp:revision>
  <dcterms:created xsi:type="dcterms:W3CDTF">2025-02-23T20:16:53Z</dcterms:created>
  <dcterms:modified xsi:type="dcterms:W3CDTF">2025-02-24T03:52:57Z</dcterms:modified>
</cp:coreProperties>
</file>